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Inter Bold" charset="1" panose="020B08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embeddings/oleObject3.bin" Type="http://schemas.openxmlformats.org/officeDocument/2006/relationships/oleObject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embeddings/oleObject4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embeddings/oleObject5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embeddings/oleObject6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embeddings/oleObject7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Relationship Id="rId5" Target="../embeddings/oleObject9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embeddings/oleObject10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embeddings/oleObject1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Relationship Id="rId5" Target="../embeddings/oleObject1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Relationship Id="rId5" Target="../embeddings/oleObject13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0009" t="0" r="-20009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43868" y="244801"/>
            <a:ext cx="10755225" cy="9797399"/>
            <a:chOff x="0" y="0"/>
            <a:chExt cx="2832652" cy="2580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2652" cy="2580385"/>
            </a:xfrm>
            <a:custGeom>
              <a:avLst/>
              <a:gdLst/>
              <a:ahLst/>
              <a:cxnLst/>
              <a:rect r="r" b="b" t="t" l="l"/>
              <a:pathLst>
                <a:path h="2580385" w="2832652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2542954"/>
                  </a:lnTo>
                  <a:cubicBezTo>
                    <a:pt x="2832652" y="2552881"/>
                    <a:pt x="2828708" y="2562402"/>
                    <a:pt x="2821688" y="2569422"/>
                  </a:cubicBezTo>
                  <a:cubicBezTo>
                    <a:pt x="2814669" y="2576441"/>
                    <a:pt x="2805148" y="2580385"/>
                    <a:pt x="2795221" y="2580385"/>
                  </a:cubicBezTo>
                  <a:lnTo>
                    <a:pt x="37431" y="2580385"/>
                  </a:lnTo>
                  <a:cubicBezTo>
                    <a:pt x="27504" y="2580385"/>
                    <a:pt x="17983" y="2576441"/>
                    <a:pt x="10963" y="2569422"/>
                  </a:cubicBezTo>
                  <a:cubicBezTo>
                    <a:pt x="3944" y="2562402"/>
                    <a:pt x="0" y="2552881"/>
                    <a:pt x="0" y="2542954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2652" cy="261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55397" y="8193345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43868" y="244801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3" y="0"/>
                </a:lnTo>
                <a:lnTo>
                  <a:pt x="2213563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25233" y="1800849"/>
            <a:ext cx="6392496" cy="6392496"/>
          </a:xfrm>
          <a:custGeom>
            <a:avLst/>
            <a:gdLst/>
            <a:ahLst/>
            <a:cxnLst/>
            <a:rect r="r" b="b" t="t" l="l"/>
            <a:pathLst>
              <a:path h="6392496" w="6392496">
                <a:moveTo>
                  <a:pt x="0" y="0"/>
                </a:moveTo>
                <a:lnTo>
                  <a:pt x="6392495" y="0"/>
                </a:lnTo>
                <a:lnTo>
                  <a:pt x="6392495" y="6392496"/>
                </a:lnTo>
                <a:lnTo>
                  <a:pt x="0" y="639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438999" y="217145"/>
            <a:ext cx="8044100" cy="105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AE2573"/>
                </a:solidFill>
                <a:latin typeface="Inter Bold"/>
                <a:ea typeface="Inter Bold"/>
                <a:cs typeface="Inter Bold"/>
                <a:sym typeface="Inter Bold"/>
              </a:rPr>
              <a:t>Batting Drills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2993" t="0" r="-22993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43868" y="244801"/>
            <a:ext cx="10755225" cy="9797399"/>
            <a:chOff x="0" y="0"/>
            <a:chExt cx="2832652" cy="2580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2652" cy="2580385"/>
            </a:xfrm>
            <a:custGeom>
              <a:avLst/>
              <a:gdLst/>
              <a:ahLst/>
              <a:cxnLst/>
              <a:rect r="r" b="b" t="t" l="l"/>
              <a:pathLst>
                <a:path h="2580385" w="2832652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2542954"/>
                  </a:lnTo>
                  <a:cubicBezTo>
                    <a:pt x="2832652" y="2552881"/>
                    <a:pt x="2828708" y="2562402"/>
                    <a:pt x="2821688" y="2569422"/>
                  </a:cubicBezTo>
                  <a:cubicBezTo>
                    <a:pt x="2814669" y="2576441"/>
                    <a:pt x="2805148" y="2580385"/>
                    <a:pt x="2795221" y="2580385"/>
                  </a:cubicBezTo>
                  <a:lnTo>
                    <a:pt x="37431" y="2580385"/>
                  </a:lnTo>
                  <a:cubicBezTo>
                    <a:pt x="27504" y="2580385"/>
                    <a:pt x="17983" y="2576441"/>
                    <a:pt x="10963" y="2569422"/>
                  </a:cubicBezTo>
                  <a:cubicBezTo>
                    <a:pt x="3944" y="2562402"/>
                    <a:pt x="0" y="2552881"/>
                    <a:pt x="0" y="2542954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2652" cy="261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43868" y="244801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3" y="0"/>
                </a:lnTo>
                <a:lnTo>
                  <a:pt x="2213563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7207" y="26386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719356" y="445764"/>
            <a:ext cx="6534261" cy="159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7"/>
              </a:lnSpc>
            </a:pPr>
            <a:r>
              <a:rPr lang="en-US" b="true" sz="4605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Forward Defense</a:t>
            </a:r>
          </a:p>
          <a:p>
            <a:pPr algn="ctr">
              <a:lnSpc>
                <a:spcPts val="6447"/>
              </a:lnSpc>
              <a:spcBef>
                <a:spcPct val="0"/>
              </a:spcBef>
            </a:pPr>
            <a:r>
              <a:rPr lang="en-US" b="true" sz="4605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(The Wall)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815829" y="1028700"/>
            <a:ext cx="8752363" cy="7796035"/>
          </a:xfrm>
          <a:custGeom>
            <a:avLst/>
            <a:gdLst/>
            <a:ahLst/>
            <a:cxnLst/>
            <a:rect r="r" b="b" t="t" l="l"/>
            <a:pathLst>
              <a:path h="7796035" w="8752363">
                <a:moveTo>
                  <a:pt x="0" y="0"/>
                </a:moveTo>
                <a:lnTo>
                  <a:pt x="8752364" y="0"/>
                </a:lnTo>
                <a:lnTo>
                  <a:pt x="8752364" y="7796035"/>
                </a:lnTo>
                <a:lnTo>
                  <a:pt x="0" y="7796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12989" r="-3050" b="-270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52413" t="0" r="-52413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43868" y="244801"/>
            <a:ext cx="10755225" cy="9797399"/>
            <a:chOff x="0" y="0"/>
            <a:chExt cx="2832652" cy="2580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2652" cy="2580385"/>
            </a:xfrm>
            <a:custGeom>
              <a:avLst/>
              <a:gdLst/>
              <a:ahLst/>
              <a:cxnLst/>
              <a:rect r="r" b="b" t="t" l="l"/>
              <a:pathLst>
                <a:path h="2580385" w="2832652">
                  <a:moveTo>
                    <a:pt x="37431" y="0"/>
                  </a:moveTo>
                  <a:lnTo>
                    <a:pt x="2795221" y="0"/>
                  </a:lnTo>
                  <a:cubicBezTo>
                    <a:pt x="2815893" y="0"/>
                    <a:pt x="2832652" y="16758"/>
                    <a:pt x="2832652" y="37431"/>
                  </a:cubicBezTo>
                  <a:lnTo>
                    <a:pt x="2832652" y="2542954"/>
                  </a:lnTo>
                  <a:cubicBezTo>
                    <a:pt x="2832652" y="2552881"/>
                    <a:pt x="2828708" y="2562402"/>
                    <a:pt x="2821688" y="2569422"/>
                  </a:cubicBezTo>
                  <a:cubicBezTo>
                    <a:pt x="2814669" y="2576441"/>
                    <a:pt x="2805148" y="2580385"/>
                    <a:pt x="2795221" y="2580385"/>
                  </a:cubicBezTo>
                  <a:lnTo>
                    <a:pt x="37431" y="2580385"/>
                  </a:lnTo>
                  <a:cubicBezTo>
                    <a:pt x="27504" y="2580385"/>
                    <a:pt x="17983" y="2576441"/>
                    <a:pt x="10963" y="2569422"/>
                  </a:cubicBezTo>
                  <a:cubicBezTo>
                    <a:pt x="3944" y="2562402"/>
                    <a:pt x="0" y="2552881"/>
                    <a:pt x="0" y="2542954"/>
                  </a:cubicBezTo>
                  <a:lnTo>
                    <a:pt x="0" y="37431"/>
                  </a:lnTo>
                  <a:cubicBezTo>
                    <a:pt x="0" y="27504"/>
                    <a:pt x="3944" y="17983"/>
                    <a:pt x="10963" y="10963"/>
                  </a:cubicBezTo>
                  <a:cubicBezTo>
                    <a:pt x="17983" y="3944"/>
                    <a:pt x="27504" y="0"/>
                    <a:pt x="374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2652" cy="261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43868" y="244801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3" y="0"/>
                </a:lnTo>
                <a:lnTo>
                  <a:pt x="2213563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496779" y="2595256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972303" y="388543"/>
            <a:ext cx="6654829" cy="181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8"/>
              </a:lnSpc>
            </a:pPr>
            <a:r>
              <a:rPr lang="en-US" sz="5470" b="true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Back-Foot</a:t>
            </a:r>
            <a:r>
              <a:rPr lang="en-US" b="true" sz="5470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 Defense</a:t>
            </a:r>
          </a:p>
          <a:p>
            <a:pPr algn="ctr">
              <a:lnSpc>
                <a:spcPts val="6818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450649" y="834774"/>
            <a:ext cx="8356299" cy="8170936"/>
          </a:xfrm>
          <a:custGeom>
            <a:avLst/>
            <a:gdLst/>
            <a:ahLst/>
            <a:cxnLst/>
            <a:rect r="r" b="b" t="t" l="l"/>
            <a:pathLst>
              <a:path h="8170936" w="8356299">
                <a:moveTo>
                  <a:pt x="0" y="0"/>
                </a:moveTo>
                <a:lnTo>
                  <a:pt x="8356300" y="0"/>
                </a:lnTo>
                <a:lnTo>
                  <a:pt x="8356300" y="8170936"/>
                </a:lnTo>
                <a:lnTo>
                  <a:pt x="0" y="8170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1134" r="0" b="-113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465" t="0" r="-2465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7513739" y="2291419"/>
          <a:ext cx="3771900" cy="3143250"/>
        </p:xfrm>
        <a:graphic>
          <a:graphicData uri="http://schemas.openxmlformats.org/presentationml/2006/ole">
            <p:oleObj imgW="4521200" imgH="3886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86127" y="77857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45687" y="323423"/>
            <a:ext cx="5273248" cy="103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8"/>
              </a:lnSpc>
              <a:spcBef>
                <a:spcPct val="0"/>
              </a:spcBef>
            </a:pPr>
            <a:r>
              <a:rPr lang="en-US" b="true" sz="6013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Straight</a:t>
            </a:r>
            <a:r>
              <a:rPr lang="en-US" b="true" sz="6013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 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292908" y="1361308"/>
            <a:ext cx="8966392" cy="7517687"/>
          </a:xfrm>
          <a:custGeom>
            <a:avLst/>
            <a:gdLst/>
            <a:ahLst/>
            <a:cxnLst/>
            <a:rect r="r" b="b" t="t" l="l"/>
            <a:pathLst>
              <a:path h="7517687" w="8966392">
                <a:moveTo>
                  <a:pt x="0" y="0"/>
                </a:moveTo>
                <a:lnTo>
                  <a:pt x="8966392" y="0"/>
                </a:lnTo>
                <a:lnTo>
                  <a:pt x="8966392" y="7517687"/>
                </a:lnTo>
                <a:lnTo>
                  <a:pt x="0" y="75176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-17922" r="0" b="-134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8651" t="0" r="-8651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71795" y="120976"/>
            <a:ext cx="6955337" cy="106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3"/>
              </a:lnSpc>
              <a:spcBef>
                <a:spcPct val="0"/>
              </a:spcBef>
            </a:pPr>
            <a:r>
              <a:rPr lang="en-US" b="true" sz="62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Back-Foot</a:t>
            </a:r>
            <a:r>
              <a:rPr lang="en-US" b="true" sz="62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 Punch</a:t>
            </a:r>
          </a:p>
        </p:txBody>
      </p:sp>
      <p:graphicFrame>
        <p:nvGraphicFramePr>
          <p:cNvPr name="Object 12" id="12"/>
          <p:cNvGraphicFramePr/>
          <p:nvPr/>
        </p:nvGraphicFramePr>
        <p:xfrm>
          <a:off x="7513739" y="22135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8496723" y="717665"/>
            <a:ext cx="8571176" cy="8288045"/>
          </a:xfrm>
          <a:custGeom>
            <a:avLst/>
            <a:gdLst/>
            <a:ahLst/>
            <a:cxnLst/>
            <a:rect r="r" b="b" t="t" l="l"/>
            <a:pathLst>
              <a:path h="8288045" w="8571176">
                <a:moveTo>
                  <a:pt x="0" y="0"/>
                </a:moveTo>
                <a:lnTo>
                  <a:pt x="8571176" y="0"/>
                </a:lnTo>
                <a:lnTo>
                  <a:pt x="8571176" y="8288045"/>
                </a:lnTo>
                <a:lnTo>
                  <a:pt x="0" y="8288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3416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12211" t="0" r="-12211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2135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432010"/>
            <a:ext cx="6955337" cy="106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3"/>
              </a:lnSpc>
              <a:spcBef>
                <a:spcPct val="0"/>
              </a:spcBef>
            </a:pPr>
            <a:r>
              <a:rPr lang="en-US" b="true" sz="62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Leg Glance / Fli</a:t>
            </a:r>
            <a:r>
              <a:rPr lang="en-US" b="true" sz="62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ck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408507" y="717665"/>
            <a:ext cx="8540635" cy="8540635"/>
          </a:xfrm>
          <a:custGeom>
            <a:avLst/>
            <a:gdLst/>
            <a:ahLst/>
            <a:cxnLst/>
            <a:rect r="r" b="b" t="t" l="l"/>
            <a:pathLst>
              <a:path h="8540635" w="8540635">
                <a:moveTo>
                  <a:pt x="0" y="0"/>
                </a:moveTo>
                <a:lnTo>
                  <a:pt x="8540635" y="0"/>
                </a:lnTo>
                <a:lnTo>
                  <a:pt x="8540635" y="8540635"/>
                </a:lnTo>
                <a:lnTo>
                  <a:pt x="0" y="8540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3409" t="0" r="-23409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378230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403435"/>
            <a:ext cx="6955337" cy="123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3"/>
              </a:lnSpc>
              <a:spcBef>
                <a:spcPct val="0"/>
              </a:spcBef>
            </a:pPr>
            <a:r>
              <a:rPr lang="en-US" b="true" sz="71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Pull Shot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837910" y="1098233"/>
            <a:ext cx="7888802" cy="7888802"/>
          </a:xfrm>
          <a:custGeom>
            <a:avLst/>
            <a:gdLst/>
            <a:ahLst/>
            <a:cxnLst/>
            <a:rect r="r" b="b" t="t" l="l"/>
            <a:pathLst>
              <a:path h="7888802" w="7888802">
                <a:moveTo>
                  <a:pt x="0" y="0"/>
                </a:moveTo>
                <a:lnTo>
                  <a:pt x="7888802" y="0"/>
                </a:lnTo>
                <a:lnTo>
                  <a:pt x="7888802" y="7888802"/>
                </a:lnTo>
                <a:lnTo>
                  <a:pt x="0" y="78888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33403" t="0" r="-33403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2135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333903"/>
            <a:ext cx="6955337" cy="123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3"/>
              </a:lnSpc>
              <a:spcBef>
                <a:spcPct val="0"/>
              </a:spcBef>
            </a:pPr>
            <a:r>
              <a:rPr lang="en-US" b="true" sz="71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Cut Shot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32975" y="1028700"/>
            <a:ext cx="7977010" cy="7977010"/>
          </a:xfrm>
          <a:custGeom>
            <a:avLst/>
            <a:gdLst/>
            <a:ahLst/>
            <a:cxnLst/>
            <a:rect r="r" b="b" t="t" l="l"/>
            <a:pathLst>
              <a:path h="7977010" w="7977010">
                <a:moveTo>
                  <a:pt x="0" y="0"/>
                </a:moveTo>
                <a:lnTo>
                  <a:pt x="7977011" y="0"/>
                </a:lnTo>
                <a:lnTo>
                  <a:pt x="7977011" y="7977010"/>
                </a:lnTo>
                <a:lnTo>
                  <a:pt x="0" y="79770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6641" t="0" r="-26641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356527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333903"/>
            <a:ext cx="6955337" cy="123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3"/>
              </a:lnSpc>
              <a:spcBef>
                <a:spcPct val="0"/>
              </a:spcBef>
            </a:pPr>
            <a:r>
              <a:rPr lang="en-US" b="true" sz="71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Sweep Shot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018664" y="1106781"/>
            <a:ext cx="7527295" cy="7527295"/>
          </a:xfrm>
          <a:custGeom>
            <a:avLst/>
            <a:gdLst/>
            <a:ahLst/>
            <a:cxnLst/>
            <a:rect r="r" b="b" t="t" l="l"/>
            <a:pathLst>
              <a:path h="7527295" w="7527295">
                <a:moveTo>
                  <a:pt x="0" y="0"/>
                </a:moveTo>
                <a:lnTo>
                  <a:pt x="7527294" y="0"/>
                </a:lnTo>
                <a:lnTo>
                  <a:pt x="7527294" y="7527295"/>
                </a:lnTo>
                <a:lnTo>
                  <a:pt x="0" y="75272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30150" t="0" r="-30150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399933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333903"/>
            <a:ext cx="6955337" cy="123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3"/>
              </a:lnSpc>
              <a:spcBef>
                <a:spcPct val="0"/>
              </a:spcBef>
            </a:pPr>
            <a:r>
              <a:rPr lang="en-US" b="true" sz="71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Off-Drive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99689" y="1571097"/>
            <a:ext cx="7324533" cy="7324533"/>
          </a:xfrm>
          <a:custGeom>
            <a:avLst/>
            <a:gdLst/>
            <a:ahLst/>
            <a:cxnLst/>
            <a:rect r="r" b="b" t="t" l="l"/>
            <a:pathLst>
              <a:path h="7324533" w="7324533">
                <a:moveTo>
                  <a:pt x="0" y="0"/>
                </a:moveTo>
                <a:lnTo>
                  <a:pt x="7324534" y="0"/>
                </a:lnTo>
                <a:lnTo>
                  <a:pt x="7324534" y="7324534"/>
                </a:lnTo>
                <a:lnTo>
                  <a:pt x="0" y="7324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14152" t="0" r="-14152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378230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333903"/>
            <a:ext cx="6955337" cy="127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3"/>
              </a:lnSpc>
              <a:spcBef>
                <a:spcPct val="0"/>
              </a:spcBef>
            </a:pPr>
            <a:r>
              <a:rPr lang="en-US" b="true" sz="73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On-Drive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1271449"/>
            <a:ext cx="7734262" cy="7734262"/>
          </a:xfrm>
          <a:custGeom>
            <a:avLst/>
            <a:gdLst/>
            <a:ahLst/>
            <a:cxnLst/>
            <a:rect r="r" b="b" t="t" l="l"/>
            <a:pathLst>
              <a:path h="7734262" w="7734262">
                <a:moveTo>
                  <a:pt x="0" y="0"/>
                </a:moveTo>
                <a:lnTo>
                  <a:pt x="7734262" y="0"/>
                </a:lnTo>
                <a:lnTo>
                  <a:pt x="7734262" y="7734261"/>
                </a:lnTo>
                <a:lnTo>
                  <a:pt x="0" y="7734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1837" t="0" r="-1837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86127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2135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498051"/>
            <a:ext cx="7587505" cy="94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3"/>
              </a:lnSpc>
              <a:spcBef>
                <a:spcPct val="0"/>
              </a:spcBef>
            </a:pPr>
            <a:r>
              <a:rPr lang="en-US" b="true" sz="54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Lofted Straight 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1106781"/>
            <a:ext cx="7764749" cy="7764749"/>
          </a:xfrm>
          <a:custGeom>
            <a:avLst/>
            <a:gdLst/>
            <a:ahLst/>
            <a:cxnLst/>
            <a:rect r="r" b="b" t="t" l="l"/>
            <a:pathLst>
              <a:path h="7764749" w="7764749">
                <a:moveTo>
                  <a:pt x="0" y="0"/>
                </a:moveTo>
                <a:lnTo>
                  <a:pt x="7764749" y="0"/>
                </a:lnTo>
                <a:lnTo>
                  <a:pt x="7764749" y="7764749"/>
                </a:lnTo>
                <a:lnTo>
                  <a:pt x="0" y="77647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15008" t="0" r="-15008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22180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513739" y="2356527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479001"/>
            <a:ext cx="7587505" cy="109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  <a:spcBef>
                <a:spcPct val="0"/>
              </a:spcBef>
            </a:pPr>
            <a:r>
              <a:rPr lang="en-US" b="true" sz="63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Lofted On-Drive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1106781"/>
            <a:ext cx="7617519" cy="7617519"/>
          </a:xfrm>
          <a:custGeom>
            <a:avLst/>
            <a:gdLst/>
            <a:ahLst/>
            <a:cxnLst/>
            <a:rect r="r" b="b" t="t" l="l"/>
            <a:pathLst>
              <a:path h="7617519" w="7617519">
                <a:moveTo>
                  <a:pt x="0" y="0"/>
                </a:moveTo>
                <a:lnTo>
                  <a:pt x="7617519" y="0"/>
                </a:lnTo>
                <a:lnTo>
                  <a:pt x="7617519" y="7617519"/>
                </a:lnTo>
                <a:lnTo>
                  <a:pt x="0" y="7617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270291" y="6202469"/>
            <a:ext cx="915836" cy="1718834"/>
            <a:chOff x="0" y="0"/>
            <a:chExt cx="241208" cy="452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208" cy="452697"/>
            </a:xfrm>
            <a:custGeom>
              <a:avLst/>
              <a:gdLst/>
              <a:ahLst/>
              <a:cxnLst/>
              <a:rect r="r" b="b" t="t" l="l"/>
              <a:pathLst>
                <a:path h="452697" w="241208">
                  <a:moveTo>
                    <a:pt x="0" y="0"/>
                  </a:moveTo>
                  <a:lnTo>
                    <a:pt x="241208" y="0"/>
                  </a:lnTo>
                  <a:lnTo>
                    <a:pt x="241208" y="452697"/>
                  </a:lnTo>
                  <a:lnTo>
                    <a:pt x="0" y="452697"/>
                  </a:lnTo>
                  <a:close/>
                </a:path>
              </a:pathLst>
            </a:custGeom>
            <a:solidFill>
              <a:srgbClr val="000000">
                <a:alpha val="9176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1208" cy="490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2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907" y="244801"/>
            <a:ext cx="6997220" cy="9797399"/>
            <a:chOff x="0" y="0"/>
            <a:chExt cx="1409446" cy="1973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9446" cy="1973485"/>
            </a:xfrm>
            <a:custGeom>
              <a:avLst/>
              <a:gdLst/>
              <a:ahLst/>
              <a:cxnLst/>
              <a:rect r="r" b="b" t="t" l="l"/>
              <a:pathLst>
                <a:path h="1973485" w="1409446">
                  <a:moveTo>
                    <a:pt x="55321" y="0"/>
                  </a:moveTo>
                  <a:lnTo>
                    <a:pt x="1354125" y="0"/>
                  </a:lnTo>
                  <a:cubicBezTo>
                    <a:pt x="1368797" y="0"/>
                    <a:pt x="1382868" y="5828"/>
                    <a:pt x="1393243" y="16203"/>
                  </a:cubicBezTo>
                  <a:cubicBezTo>
                    <a:pt x="1403618" y="26578"/>
                    <a:pt x="1409446" y="40649"/>
                    <a:pt x="1409446" y="55321"/>
                  </a:cubicBezTo>
                  <a:lnTo>
                    <a:pt x="1409446" y="1918163"/>
                  </a:lnTo>
                  <a:cubicBezTo>
                    <a:pt x="1409446" y="1948717"/>
                    <a:pt x="1384678" y="1973485"/>
                    <a:pt x="1354125" y="1973485"/>
                  </a:cubicBezTo>
                  <a:lnTo>
                    <a:pt x="55321" y="1973485"/>
                  </a:lnTo>
                  <a:cubicBezTo>
                    <a:pt x="24768" y="1973485"/>
                    <a:pt x="0" y="1948717"/>
                    <a:pt x="0" y="1918163"/>
                  </a:cubicBezTo>
                  <a:lnTo>
                    <a:pt x="0" y="55321"/>
                  </a:lnTo>
                  <a:cubicBezTo>
                    <a:pt x="0" y="24768"/>
                    <a:pt x="24768" y="0"/>
                    <a:pt x="55321" y="0"/>
                  </a:cubicBezTo>
                  <a:close/>
                </a:path>
              </a:pathLst>
            </a:custGeom>
            <a:blipFill>
              <a:blip r:embed="rId2"/>
              <a:stretch>
                <a:fillRect l="-25489" t="0" r="-25489" b="0"/>
              </a:stretch>
            </a:blipFill>
            <a:ln w="19050" cap="rnd">
              <a:solidFill>
                <a:srgbClr val="00CCFF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91387" y="122400"/>
            <a:ext cx="10781848" cy="10042199"/>
            <a:chOff x="0" y="0"/>
            <a:chExt cx="2839664" cy="2644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9664" cy="2644859"/>
            </a:xfrm>
            <a:custGeom>
              <a:avLst/>
              <a:gdLst/>
              <a:ahLst/>
              <a:cxnLst/>
              <a:rect r="r" b="b" t="t" l="l"/>
              <a:pathLst>
                <a:path h="2644859" w="2839664">
                  <a:moveTo>
                    <a:pt x="37339" y="0"/>
                  </a:moveTo>
                  <a:lnTo>
                    <a:pt x="2802325" y="0"/>
                  </a:lnTo>
                  <a:cubicBezTo>
                    <a:pt x="2822947" y="0"/>
                    <a:pt x="2839664" y="16717"/>
                    <a:pt x="2839664" y="37339"/>
                  </a:cubicBezTo>
                  <a:lnTo>
                    <a:pt x="2839664" y="2607520"/>
                  </a:lnTo>
                  <a:cubicBezTo>
                    <a:pt x="2839664" y="2628142"/>
                    <a:pt x="2822947" y="2644859"/>
                    <a:pt x="2802325" y="2644859"/>
                  </a:cubicBezTo>
                  <a:lnTo>
                    <a:pt x="37339" y="2644859"/>
                  </a:lnTo>
                  <a:cubicBezTo>
                    <a:pt x="16717" y="2644859"/>
                    <a:pt x="0" y="2628142"/>
                    <a:pt x="0" y="2607520"/>
                  </a:cubicBezTo>
                  <a:lnTo>
                    <a:pt x="0" y="37339"/>
                  </a:lnTo>
                  <a:cubicBezTo>
                    <a:pt x="0" y="16717"/>
                    <a:pt x="16717" y="0"/>
                    <a:pt x="37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9664" cy="2682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5829" y="9005710"/>
            <a:ext cx="7811303" cy="1064955"/>
            <a:chOff x="0" y="0"/>
            <a:chExt cx="2057298" cy="2804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298" cy="280482"/>
            </a:xfrm>
            <a:custGeom>
              <a:avLst/>
              <a:gdLst/>
              <a:ahLst/>
              <a:cxnLst/>
              <a:rect r="r" b="b" t="t" l="l"/>
              <a:pathLst>
                <a:path h="280482" w="2057298">
                  <a:moveTo>
                    <a:pt x="99112" y="0"/>
                  </a:moveTo>
                  <a:lnTo>
                    <a:pt x="1958186" y="0"/>
                  </a:lnTo>
                  <a:cubicBezTo>
                    <a:pt x="1984472" y="0"/>
                    <a:pt x="2009682" y="10442"/>
                    <a:pt x="2028269" y="29029"/>
                  </a:cubicBezTo>
                  <a:cubicBezTo>
                    <a:pt x="2046856" y="47616"/>
                    <a:pt x="2057298" y="72826"/>
                    <a:pt x="2057298" y="99112"/>
                  </a:cubicBezTo>
                  <a:lnTo>
                    <a:pt x="2057298" y="181370"/>
                  </a:lnTo>
                  <a:cubicBezTo>
                    <a:pt x="2057298" y="207656"/>
                    <a:pt x="2046856" y="232866"/>
                    <a:pt x="2028269" y="251453"/>
                  </a:cubicBezTo>
                  <a:cubicBezTo>
                    <a:pt x="2009682" y="270040"/>
                    <a:pt x="1984472" y="280482"/>
                    <a:pt x="1958186" y="280482"/>
                  </a:cubicBezTo>
                  <a:lnTo>
                    <a:pt x="99112" y="280482"/>
                  </a:lnTo>
                  <a:cubicBezTo>
                    <a:pt x="72826" y="280482"/>
                    <a:pt x="47616" y="270040"/>
                    <a:pt x="29029" y="251453"/>
                  </a:cubicBezTo>
                  <a:cubicBezTo>
                    <a:pt x="10442" y="232866"/>
                    <a:pt x="0" y="207656"/>
                    <a:pt x="0" y="181370"/>
                  </a:cubicBezTo>
                  <a:lnTo>
                    <a:pt x="0" y="99112"/>
                  </a:lnTo>
                  <a:cubicBezTo>
                    <a:pt x="0" y="72826"/>
                    <a:pt x="10442" y="47616"/>
                    <a:pt x="29029" y="29029"/>
                  </a:cubicBezTo>
                  <a:cubicBezTo>
                    <a:pt x="47616" y="10442"/>
                    <a:pt x="72826" y="0"/>
                    <a:pt x="99112" y="0"/>
                  </a:cubicBezTo>
                  <a:close/>
                </a:path>
              </a:pathLst>
            </a:custGeom>
            <a:solidFill>
              <a:srgbClr val="6BADB3"/>
            </a:solidFill>
            <a:ln w="19050" cap="rnd">
              <a:solidFill>
                <a:srgbClr val="01326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29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Raju Keshetty 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AE257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ICC Certified Coach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22180" y="0"/>
            <a:ext cx="2213562" cy="2213562"/>
          </a:xfrm>
          <a:custGeom>
            <a:avLst/>
            <a:gdLst/>
            <a:ahLst/>
            <a:cxnLst/>
            <a:rect r="r" b="b" t="t" l="l"/>
            <a:pathLst>
              <a:path h="2213562" w="2213562">
                <a:moveTo>
                  <a:pt x="0" y="0"/>
                </a:moveTo>
                <a:lnTo>
                  <a:pt x="2213562" y="0"/>
                </a:lnTo>
                <a:lnTo>
                  <a:pt x="2213562" y="2213562"/>
                </a:lnTo>
                <a:lnTo>
                  <a:pt x="0" y="221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7391387" y="2213562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9671795" y="479001"/>
            <a:ext cx="7587505" cy="109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3"/>
              </a:lnSpc>
              <a:spcBef>
                <a:spcPct val="0"/>
              </a:spcBef>
            </a:pPr>
            <a:r>
              <a:rPr lang="en-US" b="true" sz="6366">
                <a:solidFill>
                  <a:srgbClr val="00CCFF"/>
                </a:solidFill>
                <a:latin typeface="Inter Bold"/>
                <a:ea typeface="Inter Bold"/>
                <a:cs typeface="Inter Bold"/>
                <a:sym typeface="Inter Bold"/>
              </a:rPr>
              <a:t>Lofted Cover Drive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898222" y="1259411"/>
            <a:ext cx="7768179" cy="7768179"/>
          </a:xfrm>
          <a:custGeom>
            <a:avLst/>
            <a:gdLst/>
            <a:ahLst/>
            <a:cxnLst/>
            <a:rect r="r" b="b" t="t" l="l"/>
            <a:pathLst>
              <a:path h="7768179" w="7768179">
                <a:moveTo>
                  <a:pt x="0" y="0"/>
                </a:moveTo>
                <a:lnTo>
                  <a:pt x="7768178" y="0"/>
                </a:lnTo>
                <a:lnTo>
                  <a:pt x="7768178" y="7768178"/>
                </a:lnTo>
                <a:lnTo>
                  <a:pt x="0" y="7768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DAHAhcLqxcg</dc:identifier>
  <dcterms:modified xsi:type="dcterms:W3CDTF">2011-08-01T06:04:30Z</dcterms:modified>
  <cp:revision>1</cp:revision>
  <dc:title>ACC Cricket Batting Drills</dc:title>
</cp:coreProperties>
</file>